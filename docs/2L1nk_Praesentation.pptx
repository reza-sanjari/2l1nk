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</a:rPr>
              <a:t>2L1nk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46120"/>
            <a:ext cx="5760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290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78BFA"/>
                </a:solidFill>
              </a:rPr>
              <a:t>Selbstgehosteter, Ende-zu-Ende-verschlüsselter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DD"/>
                </a:solidFill>
              </a:rPr>
              <a:t>Florian Kirsch  ·  Reza Sanjari  ·  2025/2026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126480"/>
            <a:ext cx="731520" cy="347472"/>
          </a:xfrm>
          <a:prstGeom prst="rect">
            <a:avLst/>
          </a:prstGeom>
          <a:solidFill>
            <a:srgbClr val="006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44768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Go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6126480"/>
            <a:ext cx="1188720" cy="347472"/>
          </a:xfrm>
          <a:prstGeom prst="rect">
            <a:avLst/>
          </a:prstGeom>
          <a:solidFill>
            <a:srgbClr val="CAA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614476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JavaScript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6126480"/>
            <a:ext cx="914400" cy="347472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614476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SQLite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6126480"/>
            <a:ext cx="82296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614476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E2EE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Was ist 2L1nk?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2004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03520" cy="2377440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</a:rPr>
              <a:t>Projekt-Idee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CCCCDD"/>
                </a:solidFill>
              </a:rPr>
              <a:t>▸  Selbstgehostete Chat-Anwendung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0552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CCCCDD"/>
                </a:solidFill>
              </a:rPr>
              <a:t>▸  Ende-zu-Ende-Verschlüsselung (E2EE)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78024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CCCCDD"/>
                </a:solidFill>
              </a:rPr>
              <a:t>▸  Läuft als einzelne Binärdatei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25496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CCCCDD"/>
                </a:solidFill>
              </a:rPr>
              <a:t>▸  Kein Cloud-Anbieter, keine Drittanbieter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5394960" cy="2377440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99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</a:rPr>
              <a:t>Kernfunktionen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CCCCDD"/>
                </a:solidFill>
              </a:rPr>
              <a:t>▸  Gruppenräume mit Schlüsselrotation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305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CCCCDD"/>
                </a:solidFill>
              </a:rPr>
              <a:t>▸  Ephemere &amp; persistente Benutzer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780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CCCCDD"/>
                </a:solidFill>
              </a:rPr>
              <a:t>▸  Terminal-UI zur Serververwaltung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2549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CCCCDD"/>
                </a:solidFill>
              </a:rPr>
              <a:t>▸  Deployment auf Raspberry Pi möglich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94760"/>
            <a:ext cx="11247120" cy="914400"/>
          </a:xfrm>
          <a:prstGeom prst="rect">
            <a:avLst/>
          </a:prstGeom>
          <a:solidFill>
            <a:srgbClr val="2A1A4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5876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🔒  Zero-Knowledge-Prinzip: Der Server speichert und sieht ausschließlich verschlüsselte Daten – niemals Klartextnachrichten.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78BFA"/>
                </a:solidFill>
              </a:rPr>
              <a:t>~ 1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Verwendete Technologien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50292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94960" cy="1005840"/>
          </a:xfrm>
          <a:prstGeom prst="rect">
            <a:avLst/>
          </a:prstGeom>
          <a:solidFill>
            <a:srgbClr val="1E1E2E"/>
          </a:solidFill>
          <a:ln w="19050">
            <a:solidFill>
              <a:srgbClr val="006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1005840"/>
          </a:xfrm>
          <a:prstGeom prst="rect">
            <a:avLst/>
          </a:prstGeom>
          <a:solidFill>
            <a:srgbClr val="006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344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78BFA"/>
                </a:solidFill>
              </a:rPr>
              <a:t>v1.25.2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Backend – Server, API, WebSocket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5394960" cy="1005840"/>
          </a:xfrm>
          <a:prstGeom prst="rect">
            <a:avLst/>
          </a:prstGeom>
          <a:solidFill>
            <a:srgbClr val="1E1E2E"/>
          </a:solidFill>
          <a:ln w="19050">
            <a:solidFill>
              <a:srgbClr val="CAA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234440"/>
            <a:ext cx="73152" cy="1005840"/>
          </a:xfrm>
          <a:prstGeom prst="rect">
            <a:avLst/>
          </a:prstGeom>
          <a:solidFill>
            <a:srgbClr val="CAA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3258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344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78BFA"/>
                </a:solidFill>
              </a:rPr>
              <a:t>vES6+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Frontend – UI &amp; Kryptographie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50008"/>
            <a:ext cx="5394960" cy="1005840"/>
          </a:xfrm>
          <a:prstGeom prst="rect">
            <a:avLst/>
          </a:prstGeom>
          <a:solidFill>
            <a:srgbClr val="1E1E2E"/>
          </a:solidFill>
          <a:ln w="19050">
            <a:solidFill>
              <a:srgbClr val="E34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50008"/>
            <a:ext cx="73152" cy="1005840"/>
          </a:xfrm>
          <a:prstGeom prst="rect">
            <a:avLst/>
          </a:prstGeom>
          <a:solidFill>
            <a:srgbClr val="E34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414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HTML /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4597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78BFA"/>
                </a:solidFill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8529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Frontend – Struktur &amp; Design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350008"/>
            <a:ext cx="5394960" cy="1005840"/>
          </a:xfrm>
          <a:prstGeom prst="rect">
            <a:avLst/>
          </a:prstGeom>
          <a:solidFill>
            <a:srgbClr val="1E1E2E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350008"/>
            <a:ext cx="73152" cy="100584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4414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4597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78BFA"/>
                </a:solidFill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8529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Datenbankabfragen (SQLite)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65576"/>
            <a:ext cx="5394960" cy="1005840"/>
          </a:xfrm>
          <a:prstGeom prst="rect">
            <a:avLst/>
          </a:prstGeom>
          <a:solidFill>
            <a:srgbClr val="1E1E2E"/>
          </a:solidFill>
          <a:ln w="19050">
            <a:solidFill>
              <a:srgbClr val="1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465576"/>
            <a:ext cx="73152" cy="1005840"/>
          </a:xfrm>
          <a:prstGeom prst="rect">
            <a:avLst/>
          </a:prstGeom>
          <a:solidFill>
            <a:srgbClr val="1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570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SQLite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5753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78BFA"/>
                </a:solidFill>
              </a:rPr>
              <a:t>v1.47.0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9684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Eingebettete Datenbank (Pure-Go)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465576"/>
            <a:ext cx="5394960" cy="1005840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3465576"/>
            <a:ext cx="731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5570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Echo v4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357530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78BFA"/>
                </a:solidFill>
              </a:rPr>
              <a:t>v4.15.1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9684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HTTP-Framework (Routing, Middleware)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581144"/>
            <a:ext cx="5394960" cy="1005840"/>
          </a:xfrm>
          <a:prstGeom prst="rect">
            <a:avLst/>
          </a:prstGeom>
          <a:solidFill>
            <a:srgbClr val="1E1E2E"/>
          </a:solidFill>
          <a:ln w="1905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581144"/>
            <a:ext cx="73152" cy="100584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67258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TweetNaCl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6908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78BFA"/>
                </a:solidFill>
              </a:rPr>
              <a:t>v1.0.3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0840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Krypto-Lib im Browser (Ed25519 …)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4581144"/>
            <a:ext cx="5394960" cy="1005840"/>
          </a:xfrm>
          <a:prstGeom prst="rect">
            <a:avLst/>
          </a:prstGeom>
          <a:solidFill>
            <a:srgbClr val="1E1E2E"/>
          </a:solidFill>
          <a:ln w="19050">
            <a:solidFill>
              <a:srgbClr val="D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4581144"/>
            <a:ext cx="73152" cy="1005840"/>
          </a:xfrm>
          <a:prstGeom prst="rect">
            <a:avLst/>
          </a:prstGeom>
          <a:solidFill>
            <a:srgbClr val="D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67258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BubbleTea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46908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A78BFA"/>
                </a:solidFill>
              </a:rPr>
              <a:t>v1.3.10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0840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Terminal-UI Framework (Elm-Arch.)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78BFA"/>
                </a:solidFill>
              </a:rPr>
              <a:t>~ 2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Architektur-Überblick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45720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7772400" cy="658368"/>
          </a:xfrm>
          <a:prstGeom prst="rect">
            <a:avLst/>
          </a:prstGeom>
          <a:solidFill>
            <a:srgbClr val="1E1E2E"/>
          </a:solidFill>
          <a:ln w="19050">
            <a:solidFill>
              <a:srgbClr val="CAA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91440" cy="658368"/>
          </a:xfrm>
          <a:prstGeom prst="rect">
            <a:avLst/>
          </a:prstGeom>
          <a:solidFill>
            <a:srgbClr val="CAA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350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cmd/2L1nk/main.go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716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Einstiegspunkt – wählt TUI / Server-Modus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929383"/>
            <a:ext cx="128016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93391"/>
            <a:ext cx="7772400" cy="658368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93391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66543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internal/app/app.go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03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Composition Root – Dependency Injection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2660903"/>
            <a:ext cx="128016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24911"/>
            <a:ext cx="7772400" cy="658368"/>
          </a:xfrm>
          <a:prstGeom prst="rect">
            <a:avLst/>
          </a:prstGeom>
          <a:solidFill>
            <a:srgbClr val="1E1E2E"/>
          </a:solidFill>
          <a:ln w="19050">
            <a:solidFill>
              <a:srgbClr val="006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724911"/>
            <a:ext cx="91440" cy="658368"/>
          </a:xfrm>
          <a:prstGeom prst="rect">
            <a:avLst/>
          </a:prstGeom>
          <a:solidFill>
            <a:srgbClr val="006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798063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internal/api/  +  server/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3463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HTTP-Routing, Middleware, Handler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3392423"/>
            <a:ext cx="128016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56432"/>
            <a:ext cx="7772400" cy="658368"/>
          </a:xfrm>
          <a:prstGeom prst="rect">
            <a:avLst/>
          </a:prstGeom>
          <a:solidFill>
            <a:srgbClr val="1E1E2E"/>
          </a:solidFill>
          <a:ln w="19050">
            <a:solidFill>
              <a:srgbClr val="D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56432"/>
            <a:ext cx="91440" cy="658368"/>
          </a:xfrm>
          <a:prstGeom prst="rect">
            <a:avLst/>
          </a:prstGeom>
          <a:solidFill>
            <a:srgbClr val="D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2958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internal/hub/hub.go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566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WebSocket Event Loop (Single-Goroutine)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9392" y="4123944"/>
            <a:ext cx="128016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187952"/>
            <a:ext cx="7772400" cy="658368"/>
          </a:xfrm>
          <a:prstGeom prst="rect">
            <a:avLst/>
          </a:prstGeom>
          <a:solidFill>
            <a:srgbClr val="1E1E2E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187952"/>
            <a:ext cx="91440" cy="65836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2611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internal/service/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2976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Business-Logik – kein DB/HTTP-Wissen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4855464"/>
            <a:ext cx="128016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919471"/>
            <a:ext cx="7772400" cy="658368"/>
          </a:xfrm>
          <a:prstGeom prst="rect">
            <a:avLst/>
          </a:prstGeom>
          <a:solidFill>
            <a:srgbClr val="1E1E2E"/>
          </a:solidFill>
          <a:ln w="19050">
            <a:solidFill>
              <a:srgbClr val="1A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19471"/>
            <a:ext cx="91440" cy="658368"/>
          </a:xfrm>
          <a:prstGeom prst="rect">
            <a:avLst/>
          </a:prstGeom>
          <a:solidFill>
            <a:srgbClr val="1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992623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internal/infrastructure/db/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02919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SQL-Repositories (SQLite)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1234440"/>
            <a:ext cx="3566160" cy="3200400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1399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</a:rPr>
              <a:t>Prinzipien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17830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Klare Schichtentrennung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21305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Hub: kein Lock nötig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4780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EventConsumer entkoppelt DB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82549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go:embed bettet Frontend ein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78BFA"/>
                </a:solidFill>
              </a:rPr>
              <a:t>~ 3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Kryptographie &amp; Sicherheit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530352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5394960" cy="2468880"/>
          </a:xfrm>
          <a:prstGeom prst="rect">
            <a:avLst/>
          </a:prstGeom>
          <a:solidFill>
            <a:srgbClr val="1E1E2E"/>
          </a:solidFill>
          <a:ln w="1905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91440" cy="246888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Ed25519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64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2BE2"/>
                </a:solidFill>
              </a:rPr>
              <a:t>Digitale Signaturen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305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DD"/>
                </a:solidFill>
              </a:rPr>
              <a:t>▸  Schlüsselpaar pro Nutzer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780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DD"/>
                </a:solidFill>
              </a:rPr>
              <a:t>▸  Fingerprint = SHA-256(PublicKey)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2549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DD"/>
                </a:solidFill>
              </a:rPr>
              <a:t>▸  Kein Passwort – Identität = Schlüssel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1261872"/>
            <a:ext cx="5394960" cy="2468880"/>
          </a:xfrm>
          <a:prstGeom prst="rect">
            <a:avLst/>
          </a:prstGeom>
          <a:solidFill>
            <a:srgbClr val="1E1E2E"/>
          </a:solidFill>
          <a:ln w="19050">
            <a:solidFill>
              <a:srgbClr val="D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261872"/>
            <a:ext cx="91440" cy="2468880"/>
          </a:xfrm>
          <a:prstGeom prst="rect">
            <a:avLst/>
          </a:prstGeom>
          <a:solidFill>
            <a:srgbClr val="D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353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X25519 / ECDH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1764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45E00"/>
                </a:solidFill>
              </a:rPr>
              <a:t>Schlüsselaustausch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1305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DD"/>
                </a:solidFill>
              </a:rPr>
              <a:t>▸  Raumschlüssel pro Empfänger verschlüsseln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4780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DD"/>
                </a:solidFill>
              </a:rPr>
              <a:t>▸  Ephemeres Keypair je Verschlüsselung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82549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DD"/>
                </a:solidFill>
              </a:rPr>
              <a:t>▸  Server sieht nur Chiffretexte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5394960" cy="2468880"/>
          </a:xfrm>
          <a:prstGeom prst="rect">
            <a:avLst/>
          </a:prstGeom>
          <a:solidFill>
            <a:srgbClr val="1E1E2E"/>
          </a:solidFill>
          <a:ln w="19050">
            <a:solidFill>
              <a:srgbClr val="006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91440" cy="2468880"/>
          </a:xfrm>
          <a:prstGeom prst="rect">
            <a:avLst/>
          </a:prstGeom>
          <a:solidFill>
            <a:srgbClr val="006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0233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NaCl SecretBox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434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6AD5"/>
                </a:solidFill>
              </a:rPr>
              <a:t>Symmetrische Verschlüsselung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DD"/>
                </a:solidFill>
              </a:rPr>
              <a:t>▸  XSalsa20 + Poly1305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480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DD"/>
                </a:solidFill>
              </a:rPr>
              <a:t>▸  Authentifizierte Verschlüsselung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9554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DD"/>
                </a:solidFill>
              </a:rPr>
              <a:t>▸  Manipulation wird erkannt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6792" y="3931920"/>
            <a:ext cx="5394960" cy="2468880"/>
          </a:xfrm>
          <a:prstGeom prst="rect">
            <a:avLst/>
          </a:prstGeom>
          <a:solidFill>
            <a:srgbClr val="1E1E2E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36792" y="3931920"/>
            <a:ext cx="91440" cy="246888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40233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Epoch-Rotation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434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8A4A"/>
                </a:solidFill>
              </a:rPr>
              <a:t>Forward Secrecy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4800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DD"/>
                </a:solidFill>
              </a:rPr>
              <a:t>▸  Neuer Schlüssel bei jedem Join/Leave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51480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DD"/>
                </a:solidFill>
              </a:rPr>
              <a:t>▸  Ausgeschlossene Nutzer können nicht mehr lesen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549554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CCCDD"/>
                </a:solidFill>
              </a:rPr>
              <a:t>▸  key_creator_fp verwaltet Rotation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78BFA"/>
                </a:solidFill>
              </a:rPr>
              <a:t>~ 5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Datenbank – SQLite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8404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749039" cy="2286000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Warum SQLite?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▸  Keine extra Server-Infrastruktur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671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▸  Alles in einer Datei (2L1nk.db)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511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▸  Pure-Go-Treiber – kein CGO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522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▸  Ideal für Self-Hosting / Raspberry 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618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Tabellen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691640"/>
            <a:ext cx="7223760" cy="475488"/>
          </a:xfrm>
          <a:prstGeom prst="rect">
            <a:avLst/>
          </a:prstGeom>
          <a:solidFill>
            <a:srgbClr val="1E1E2E"/>
          </a:solidFill>
          <a:ln w="19050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465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76479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Registrierte Nutzer (fingerprint, public keys)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221992"/>
            <a:ext cx="7223760" cy="475488"/>
          </a:xfrm>
          <a:prstGeom prst="rect">
            <a:avLst/>
          </a:prstGeom>
          <a:solidFill>
            <a:srgbClr val="1E1E2E"/>
          </a:solidFill>
          <a:ln w="19050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2768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rooms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29514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Chaträume (id, name, epoch, host_fp)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752344"/>
            <a:ext cx="7223760" cy="475488"/>
          </a:xfrm>
          <a:prstGeom prst="rect">
            <a:avLst/>
          </a:prstGeom>
          <a:solidFill>
            <a:srgbClr val="1E1E2E"/>
          </a:solidFill>
          <a:ln w="19050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8072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room_members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82549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Persistente Raumteilnehmer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282696"/>
            <a:ext cx="7223760" cy="475488"/>
          </a:xfrm>
          <a:prstGeom prst="rect">
            <a:avLst/>
          </a:prstGeom>
          <a:solidFill>
            <a:srgbClr val="1E1E2E"/>
          </a:solidFill>
          <a:ln w="19050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3375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messages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35584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Verschlüsselte Nachrichten (ciphertext)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813048"/>
            <a:ext cx="7223760" cy="475488"/>
          </a:xfrm>
          <a:prstGeom prst="rect">
            <a:avLst/>
          </a:prstGeom>
          <a:solidFill>
            <a:srgbClr val="1E1E2E"/>
          </a:solidFill>
          <a:ln w="19050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86791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room_key_slots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88620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Raumschlüssel pro Mitglied &amp; Epoch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4343400"/>
            <a:ext cx="7223760" cy="475488"/>
          </a:xfrm>
          <a:prstGeom prst="rect">
            <a:avLst/>
          </a:prstGeom>
          <a:solidFill>
            <a:srgbClr val="1E1E2E"/>
          </a:solidFill>
          <a:ln w="19050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3982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gate_tokens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41655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Zugangstokens (max_uses, use_count)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4873752"/>
            <a:ext cx="7223760" cy="475488"/>
          </a:xfrm>
          <a:prstGeom prst="rect">
            <a:avLst/>
          </a:prstGeom>
          <a:solidFill>
            <a:srgbClr val="1E1E2E"/>
          </a:solidFill>
          <a:ln w="19050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49286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voice_sessions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94690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Voice-Call-Sessions (noch nicht impl.)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5404104"/>
            <a:ext cx="7223760" cy="475488"/>
          </a:xfrm>
          <a:prstGeom prst="rect">
            <a:avLst/>
          </a:prstGeom>
          <a:solidFill>
            <a:srgbClr val="1E1E2E"/>
          </a:solidFill>
          <a:ln w="19050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54589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voice_participants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47725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Voice-Teilnehmer (noch nicht impl.)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749039"/>
            <a:ext cx="3749039" cy="685800"/>
          </a:xfrm>
          <a:prstGeom prst="rect">
            <a:avLst/>
          </a:prstGeom>
          <a:solidFill>
            <a:srgbClr val="1A2A1A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803904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DD"/>
                </a:solidFill>
              </a:rPr>
              <a:t>sender_fp hat bewusst keinen FK → erlaubt ephemere Nutzer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78BFA"/>
                </a:solidFill>
              </a:rPr>
              <a:t>~ 6 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Frontend &amp; Echtzeit-Kommunikation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65836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577840" cy="3017520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5212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Frontend (HTML / CSS / JS)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212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Vanilla JavaScript – kein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0552"/>
            <a:ext cx="5212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HTML + CSS: 6 Farbthemen (Lila, Blau, Grün …)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78024"/>
            <a:ext cx="5212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AppCrypto-Modul: generateIdentity, sign, encryptMessage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25496"/>
            <a:ext cx="5212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Schlüssel: sessionStorage (ephemer) / localStorage (persistent)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72968"/>
            <a:ext cx="5212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Via go:embed in Binärdatei eingebettet – kein Webserver nötig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5486400" cy="3017520"/>
          </a:xfrm>
          <a:prstGeom prst="rect">
            <a:avLst/>
          </a:prstGeom>
          <a:solidFill>
            <a:srgbClr val="1E1E2E"/>
          </a:solidFill>
          <a:ln w="19050">
            <a:solidFill>
              <a:srgbClr val="D4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5E00"/>
                </a:solidFill>
              </a:rPr>
              <a:t>WebSocket Auth-Flow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783080"/>
            <a:ext cx="320040" cy="329184"/>
          </a:xfrm>
          <a:prstGeom prst="rect">
            <a:avLst/>
          </a:prstGeom>
          <a:solidFill>
            <a:srgbClr val="D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013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18013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Client sendet type: "auth"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2130552"/>
            <a:ext cx="73152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221991"/>
            <a:ext cx="320040" cy="329184"/>
          </a:xfrm>
          <a:prstGeom prst="rect">
            <a:avLst/>
          </a:prstGeom>
          <a:solidFill>
            <a:srgbClr val="D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40279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2240279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Server prüft Session-ID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2569463"/>
            <a:ext cx="73152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2660904"/>
            <a:ext cx="320040" cy="329184"/>
          </a:xfrm>
          <a:prstGeom prst="rect">
            <a:avLst/>
          </a:prstGeom>
          <a:solidFill>
            <a:srgbClr val="D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679192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67919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Signatur wird verifiziert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3008376"/>
            <a:ext cx="73152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3099815"/>
            <a:ext cx="320040" cy="329184"/>
          </a:xfrm>
          <a:prstGeom prst="rect">
            <a:avLst/>
          </a:prstGeom>
          <a:solidFill>
            <a:srgbClr val="D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118103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3118103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Nutzer im Hub registriert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3447287"/>
            <a:ext cx="73152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3538728"/>
            <a:ext cx="320040" cy="329184"/>
          </a:xfrm>
          <a:prstGeom prst="rect">
            <a:avLst/>
          </a:prstGeom>
          <a:solidFill>
            <a:srgbClr val="D4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557016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35570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Echtzeit-Nachrichten fließen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80560"/>
            <a:ext cx="11247120" cy="777240"/>
          </a:xfrm>
          <a:prstGeom prst="rect">
            <a:avLst/>
          </a:prstGeom>
          <a:solidFill>
            <a:srgbClr val="1A1A2E"/>
          </a:solidFill>
          <a:ln w="19050">
            <a:solidFill>
              <a:srgbClr val="006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5445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Middleware-Stack:  Rate Limiting (100 req/store)  ·  Timeout 10s  ·  Security Headers  ·  Request-ID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78BFA"/>
                </a:solidFill>
              </a:rPr>
              <a:t>~ 7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TUI &amp;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47472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03520" cy="3474720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99032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Terminal-UI (TUI)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BubbleTea (Elm-Architektur: Model / Update / 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30552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Server starten &amp; stoppen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78024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Gate-Key anzeigen &amp; rotieren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25496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Echtzeit-Logs ansehen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72968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Tunnels konfigurieren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39"/>
            <a:ext cx="49377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CCDD"/>
                </a:solidFill>
              </a:rPr>
              <a:t>▸  Datenbank zurücksetzen / Nuke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486400" cy="1691640"/>
          </a:xfrm>
          <a:prstGeom prst="rect">
            <a:avLst/>
          </a:prstGeom>
          <a:solidFill>
            <a:srgbClr val="1E1E2E"/>
          </a:solidFill>
          <a:ln w="19050">
            <a:solidFill>
              <a:srgbClr val="CAA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258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AA516"/>
                </a:solidFill>
              </a:rPr>
              <a:t>Betriebsmodi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647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./2L1nk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7647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TUI (Standard)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037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./2L1nk --server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2037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Headless-Server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426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./2L1nk --tempserver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6426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Temporärer Server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090672"/>
            <a:ext cx="5486400" cy="1618488"/>
          </a:xfrm>
          <a:prstGeom prst="rect">
            <a:avLst/>
          </a:prstGeom>
          <a:solidFill>
            <a:srgbClr val="1E1E2E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1821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A4A"/>
                </a:solidFill>
              </a:rPr>
              <a:t>Build &amp;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210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make build       →  Linux + Windows Binaries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050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make build-static →  Raspberry Pi (kein CGO)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389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Deployment = 1 einzige Binärdatei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78BFA"/>
                </a:solidFill>
              </a:rPr>
              <a:t>~ 8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Offene Punkte &amp; Ausblick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50292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03520" cy="2286000"/>
          </a:xfrm>
          <a:prstGeom prst="rect">
            <a:avLst/>
          </a:prstGeom>
          <a:solidFill>
            <a:srgbClr val="1E1E2E"/>
          </a:solidFill>
          <a:ln w="19050">
            <a:solidFill>
              <a:srgbClr val="E34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34C26"/>
                </a:solidFill>
              </a:rPr>
              <a:t>Noch nicht implementiert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⚠  Serverseitige Signaturvalidierung (ws.go ~Z. 81)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⚠  Voice-Call-Logik (DB-Schema existiert bereits)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⚠  Tunnel-Verwaltung im TUI ausbaubar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486400" cy="2286000"/>
          </a:xfrm>
          <a:prstGeom prst="rect">
            <a:avLst/>
          </a:prstGeom>
          <a:solidFill>
            <a:srgbClr val="1E1E2E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8A4A"/>
                </a:solidFill>
              </a:rPr>
              <a:t>Mögliche Erweiterungen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✓  Voice Calls über WebRTC fertigstellen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✓  Mobile-freundliche PWA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✓  Mehrere Gate-Tokens mit Ablaufdatum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91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✓  Dateiübertragung (verschlüsselt)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1247120" cy="1463040"/>
          </a:xfrm>
          <a:prstGeom prst="rect">
            <a:avLst/>
          </a:prstGeom>
          <a:solidFill>
            <a:srgbClr val="1A0A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22191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Zusammenfassung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2L1nk zeigt, dass eine vollständige, sichere Chat-Anwendung mit modernen kryptographischen Verfahren (Ed25519, X25519, NaCl) selbst entwickelt und self-hosted betrieben werden kann – ohne Abhängigkeit von Cloud-Diensten.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78BFA"/>
                </a:solidFill>
              </a:rPr>
              <a:t>~ 9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Danke für eure Aufmerksamkeit!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834640"/>
            <a:ext cx="57607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A78BFA"/>
                </a:solidFill>
              </a:rPr>
              <a:t>Fragen?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97680"/>
            <a:ext cx="2743200" cy="1005840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3708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Sprachen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365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Go · JavaScript · HTML · CSS · 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4297680"/>
            <a:ext cx="2743200" cy="1005840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43708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Datenbank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47365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SQLite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4297680"/>
            <a:ext cx="2743200" cy="1005840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3708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Krypto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7365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Ed25519 · X25519 · NaCl SecretBox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4297680"/>
            <a:ext cx="2743200" cy="1005840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43708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47365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DD"/>
                </a:solidFill>
              </a:rPr>
              <a:t>Single Binary · Self-Hosted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DD"/>
                </a:solidFill>
              </a:rPr>
              <a:t>Florian Kirsch  ·  Reza Sanjari  ·  2025/2026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78BFA"/>
                </a:solidFill>
              </a:rPr>
              <a:t>~ 10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